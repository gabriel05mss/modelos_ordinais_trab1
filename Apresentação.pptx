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Trabalho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Análise Descritiva</a:t>
            </a:r>
          </a:p>
          <a:p>
            <a:pPr lvl="0" indent="0" marL="0">
              <a:buNone/>
            </a:pPr>
            <a:r>
              <a:rPr/>
              <a:t>Categóricas</a:t>
            </a:r>
          </a:p>
        </p:txBody>
      </p:sp>
      <p:pic>
        <p:nvPicPr>
          <p:cNvPr descr="Apresentação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presentação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Inicial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1.36, 3.00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0.70, 0.94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0.67, 1.68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1.32, 4.53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0.82, 4.29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0.98, 1.02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&gt;0.9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15-50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0.51, 1.17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30-60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0.37, 1.88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0.07, 0.89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Morando Juntos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Morando separados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0.65, 2.20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Muito ruim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Ruim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0.15, 3.03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Regular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0.15, 2.05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0.17, 2.09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Muito 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0.21, 2.60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Abbreviations: CI = Confidence Interval, OR = Odds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Stepwise AIC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1.33, 2.90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0.69, 0.92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0.71, 1.75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1.38, 4.64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0.85, 4.31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Abbreviations: CI = Confidence Interval, OR = Odds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Teste Odds proporcionais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&lt;none&gt;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&gt;0.9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Odds propocionais parciais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Odds proporcionais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(1.316 ; 2.918)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(0.705 ; 0.954)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0.0103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(0.656 ; 1.653)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0.8633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2.425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(1.303 ; 4.511)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0.0052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(0.817 ; 4.244)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0.1392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traveltime15-50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(0.498 ; 1.160)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0.2036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traveltime30-60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-0.174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(0.374 ; 1.885)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0.6726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traveltime&gt;60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-1.332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(0.077 ; 0.903)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0.0338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PstatusMorando separados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(0.643 ; 2.285)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0.5518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famrelRuim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-0.457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(0.138 ; 2.909)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famrelRegular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-0.697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(0.135 ; 1.841)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0.2961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-0.642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(0.150 ; 1.846)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0.3160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famrelMuito 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-0.437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(0.180 ; 2.317)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0.5024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Odds não proporcionais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E|D.absences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(0.900 ; 0.993)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D|C.absences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(0.993 ; 1.064)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0.1157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C|B.absences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(1.011 ; 1.133)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0.0195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B|A.absences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(0.891 ; 1.061)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0.5265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Termo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IC95%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p-valor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Odds proporcionais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(1.287 ; 2.827)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0.0013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-0.212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(0.697 ; 0.940)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0.0055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(0.693 ; 1.720)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0.7040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2.505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(1.361 ; 4.611)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(0.857 ; 4.307)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0.1129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Odds não proporcionais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E|D.absences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(0.898 ; 0.991)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D|C.absences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(0.992 ; 1.060)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0.1411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C|B.absences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(1.008 ; 1.127)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0.0242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B|A.absences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-0.030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(0.890 ; 1.057)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0.4915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Modelo binario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1.21, 3.03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0.68, 0.96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0.54, 1.56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1.01, 4.25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0.69, 4.36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0.94, 1.01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15-50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0.46, 1.23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30-60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0.30, 1.96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0.00, 0.62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Morando Juntos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Morando separados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0.54, 2.27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famrel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Muito ruim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Ruim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0.05, 2.11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Regular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0.04, 1.20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0.05, 1.16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0.083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Muito bom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0.06, 1.64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Abbreviations: CI = Confidence Interval, OR = Odds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Characteristic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1.21, 2.99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0.68, 0.96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studytime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&lt;2h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2-4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0.54, 1.54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5-10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0.99, 4.04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0.054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0.71, 4.44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0.94, 1.01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traveltime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&lt;15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b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15-50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0.45, 1.20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30-60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0.30, 1.96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    &gt;60 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0.01, 0.77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Abbreviations: CI = Confidence Interval, OR = Odds 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LogLik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1,125.01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1,196.63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−544.50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 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1,114.53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1,150.34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−548.26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 Parcial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1,108.99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1,192.55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−533.50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 Parcial 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1,100.78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1,152.50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−537.39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Binário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529.42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589.10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−249.71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Binário 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524.42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564.20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−252.21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</dc:title>
  <dc:creator/>
  <cp:keywords/>
  <dcterms:created xsi:type="dcterms:W3CDTF">2026-09-30T00:17:26Z</dcterms:created>
  <dcterms:modified xsi:type="dcterms:W3CDTF">2026-09-30T00:17:26Z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